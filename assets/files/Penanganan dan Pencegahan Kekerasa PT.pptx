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5" r:id="rId7"/>
    <p:sldId id="266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275" r:id="rId16"/>
    <p:sldId id="274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0E9E-9BF3-EE48-BC88-316159BC3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C4B47-16CF-CB70-D082-577CBF342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3DDE3-7B39-3E78-BA4C-669A019D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286A-9A68-49FE-8002-6399B3E812C4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BF8F-FB24-EAEB-B628-505CE2886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EC72E-87AF-62A6-DFFE-3A62DB2CC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B6C41-478B-4486-BDBB-90275C1C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85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D405F-DD92-F571-6224-A1A83F59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1867E-33D7-8ABB-0C76-7BA80EB20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9EBCE-A466-2B5C-D879-E1C07EC24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286A-9A68-49FE-8002-6399B3E812C4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F8D0-652B-C454-26C1-68764D44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AA5BF-B210-99E1-D086-5765A883C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B6C41-478B-4486-BDBB-90275C1C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04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D1F72-9F9F-1065-9848-8A5CAEA9C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CEF21-8690-FE20-ABEF-0FFB7A399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0BD3-B590-D7E9-F3E7-9822C9B4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286A-9A68-49FE-8002-6399B3E812C4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28FDE-E26B-86E7-06AF-37AF7AA04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D07BB-C51E-6DB4-745C-0E675C29A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B6C41-478B-4486-BDBB-90275C1C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2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09A5C-7C64-141A-D08D-EA8EB6524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35FEA-5F48-9FA9-785F-05E9859FCF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96D8ED-F543-817D-587A-20C6EAC72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0E20B-95B9-E75D-5295-7493C84D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286A-9A68-49FE-8002-6399B3E812C4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BFE3F-DF5C-E0E2-F701-73930CB80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55956-7615-8F2D-877F-D2FDFA2C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B6C41-478B-4486-BDBB-90275C1C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12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B258B-1C2F-D7E7-9891-8D150B56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29804-6B66-B2B2-3421-18F6E1E84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1A060-D91E-B3BC-9680-18AD1B331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0406F-A19E-FC21-FDD6-0C31F30EF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A5E171-E67A-29B8-235E-4E683A1C2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691552-0D9A-4201-9317-193F9BD97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286A-9A68-49FE-8002-6399B3E812C4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FCC237-EAE8-5A54-C426-C1DCF63E6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90EFF-DF44-7F02-0C8C-EA38D30D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B6C41-478B-4486-BDBB-90275C1C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94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3BD78-99D9-76C3-AB93-7C56B25C9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C716F-A5C0-FA8B-589A-93798FA22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286A-9A68-49FE-8002-6399B3E812C4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AE934-EF07-F356-8DCF-CDD273F80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56B993-A2FC-58BE-5A96-A9DB2385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B6C41-478B-4486-BDBB-90275C1C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2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0B51BA-BB6A-0F71-6926-C61BAFD4E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286A-9A68-49FE-8002-6399B3E812C4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726AA6-53B5-A5B9-555D-C3F93AA9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C150B-9C26-0E2F-AC43-FD6675742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B6C41-478B-4486-BDBB-90275C1C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77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4FD0-7810-5A43-D927-C19D845C8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80FE-3090-0960-7AA0-016917C2A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754D8-6BA4-47FB-9D45-1E6304A23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9088-6599-4782-49F9-1E6CEEAC2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286A-9A68-49FE-8002-6399B3E812C4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89C47-FAD7-6ACB-00F9-5C2E057E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444EF-C956-3E37-F5E7-D879FEF2F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B6C41-478B-4486-BDBB-90275C1C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6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C0BA-6E35-3E04-47BD-F3FE7EC43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572A2-42FD-A30F-751E-82B100E1EB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E001E-EDA5-96F3-7C50-5111346A8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9D635-FCCF-4C8F-D208-8943B53AE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286A-9A68-49FE-8002-6399B3E812C4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B57C9-E5AD-0AB1-9409-D890F14A0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3D184-B00D-73E3-3DB0-6A39E5197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B6C41-478B-4486-BDBB-90275C1C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5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5B57-CE88-3801-BE11-009D690D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5507B-25BC-0460-8477-C2817DD50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DF6B3-53AC-C673-DD7A-3B0BAE749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286A-9A68-49FE-8002-6399B3E812C4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82C72-D792-34F0-A4FC-AA925F63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BC332-CC76-C2FD-DD38-B1DFB5B1E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B6C41-478B-4486-BDBB-90275C1C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1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A0CF81-066F-E1C1-C8DB-BC015BD22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80546-6527-47BE-76F7-0C39A41EB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20D2D-C4EB-61AC-C524-0159A24FD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286A-9A68-49FE-8002-6399B3E812C4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61600-04DA-A734-B190-E3B31D9CA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46F2C-0AB6-6905-587E-70A790F10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B6C41-478B-4486-BDBB-90275C1C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0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CFB0FF-25CF-526B-AE0C-4623921B8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48FB3-FC00-2803-365A-79A3A624F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C6D24-A431-1362-77F5-C1293810C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D286A-9A68-49FE-8002-6399B3E812C4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FD6D4-A09C-EA55-97C8-9A566D60C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73B8E-F253-89C7-EFEE-BBEF18241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B6C41-478B-4486-BDBB-90275C1C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081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7F2E59-52F8-F9BA-4B75-F7307BA08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741" y="530007"/>
            <a:ext cx="4522839" cy="6544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6B3401-0F45-F67C-27DD-1CF07AB5DD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096" y="0"/>
            <a:ext cx="3000375" cy="1714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1D3B91-B42A-9A4B-C54C-5BAECD3E6328}"/>
              </a:ext>
            </a:extLst>
          </p:cNvPr>
          <p:cNvSpPr txBox="1"/>
          <p:nvPr/>
        </p:nvSpPr>
        <p:spPr>
          <a:xfrm>
            <a:off x="1547811" y="1669225"/>
            <a:ext cx="88195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/>
              <a:t>SOSIALISASI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D33CFE9-C010-94ED-7970-F3302DB909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5088" y="4131782"/>
            <a:ext cx="3681106" cy="25193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55B99FA-2907-C253-E7CC-15E5C584AB66}"/>
              </a:ext>
            </a:extLst>
          </p:cNvPr>
          <p:cNvSpPr txBox="1"/>
          <p:nvPr/>
        </p:nvSpPr>
        <p:spPr>
          <a:xfrm>
            <a:off x="793955" y="2976728"/>
            <a:ext cx="106040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PENCEGAHAN DAN PENANGANAN KEKERASAN </a:t>
            </a:r>
          </a:p>
          <a:p>
            <a:pPr algn="ctr"/>
            <a:r>
              <a:rPr lang="en-US" sz="3200" b="1" dirty="0"/>
              <a:t>DI LINGKUNGAN PERGURUAN TINGGI </a:t>
            </a:r>
          </a:p>
          <a:p>
            <a:pPr algn="ctr"/>
            <a:r>
              <a:rPr lang="en-US" sz="3200" b="1" dirty="0"/>
              <a:t>(PPKPT)</a:t>
            </a:r>
          </a:p>
        </p:txBody>
      </p:sp>
    </p:spTree>
    <p:extLst>
      <p:ext uri="{BB962C8B-B14F-4D97-AF65-F5344CB8AC3E}">
        <p14:creationId xmlns:p14="http://schemas.microsoft.com/office/powerpoint/2010/main" val="737084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32A8BB-B623-F275-DF36-BB7EF46F06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95" t="21491" r="15443" b="13531"/>
          <a:stretch/>
        </p:blipFill>
        <p:spPr>
          <a:xfrm>
            <a:off x="825910" y="587647"/>
            <a:ext cx="10913807" cy="568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00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A5F003-94AB-49AC-7AC7-0EB39F6826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32" t="15036" r="15564" b="14391"/>
          <a:stretch/>
        </p:blipFill>
        <p:spPr>
          <a:xfrm>
            <a:off x="675968" y="374411"/>
            <a:ext cx="10840064" cy="610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659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19CE03-6F7A-20DF-44ED-7FE2C987D5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74" t="21061" r="15323" b="7937"/>
          <a:stretch/>
        </p:blipFill>
        <p:spPr>
          <a:xfrm>
            <a:off x="720213" y="380873"/>
            <a:ext cx="10751573" cy="609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37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7A6716-8F18-3DEA-B835-E89D8984A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07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512116-C8BB-A5ED-E40A-177192BBE9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55" t="14821" r="13024" b="11379"/>
          <a:stretch/>
        </p:blipFill>
        <p:spPr>
          <a:xfrm>
            <a:off x="693175" y="471949"/>
            <a:ext cx="10913806" cy="60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0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C3C3B4-2379-6CF5-4D07-E6B036DF0A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74" t="24073" r="15202" b="5784"/>
          <a:stretch/>
        </p:blipFill>
        <p:spPr>
          <a:xfrm>
            <a:off x="704959" y="490383"/>
            <a:ext cx="10510509" cy="587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167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125D40-224D-7807-DA40-E3DC36551C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01" t="19986" r="13387" b="6000"/>
          <a:stretch/>
        </p:blipFill>
        <p:spPr>
          <a:xfrm>
            <a:off x="776824" y="434243"/>
            <a:ext cx="10638351" cy="598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538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6D1E13-97EE-117B-4BEA-0E85B43B07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74" t="16842" r="15201" b="13291"/>
          <a:stretch/>
        </p:blipFill>
        <p:spPr>
          <a:xfrm>
            <a:off x="550607" y="380999"/>
            <a:ext cx="11090786" cy="617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74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FF4AAE-664E-025E-ABA9-D8FD375941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19" t="22916" r="15443" b="7291"/>
          <a:stretch/>
        </p:blipFill>
        <p:spPr>
          <a:xfrm>
            <a:off x="870155" y="384343"/>
            <a:ext cx="10674810" cy="597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38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C1C9E9-BD60-CDBA-946E-2466EB8851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74" t="16543" r="15806" b="13100"/>
          <a:stretch/>
        </p:blipFill>
        <p:spPr>
          <a:xfrm>
            <a:off x="934065" y="508666"/>
            <a:ext cx="10323870" cy="584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194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9EC4D0-535F-337B-BB63-3A8F0DDD22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16" t="23213" r="15565" b="6215"/>
          <a:stretch/>
        </p:blipFill>
        <p:spPr>
          <a:xfrm>
            <a:off x="943896" y="505315"/>
            <a:ext cx="10304207" cy="584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78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746405-F737-D558-CFFA-09895D1566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95" t="16973" r="15443" b="13100"/>
          <a:stretch/>
        </p:blipFill>
        <p:spPr>
          <a:xfrm>
            <a:off x="766916" y="548933"/>
            <a:ext cx="10279626" cy="576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129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E73280-C0EF-0DC0-D67B-7678B1C32A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74" t="23213" r="15686" b="6645"/>
          <a:stretch/>
        </p:blipFill>
        <p:spPr>
          <a:xfrm>
            <a:off x="899651" y="576601"/>
            <a:ext cx="10132142" cy="570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92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27730E-4112-3FE7-C1C4-2BB0C4A456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16" t="16973" r="15807" b="12885"/>
          <a:stretch/>
        </p:blipFill>
        <p:spPr>
          <a:xfrm>
            <a:off x="766916" y="457200"/>
            <a:ext cx="10441858" cy="590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43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A61ABB-5EDF-D65F-0FD0-BF3D4F6638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16" t="23643" r="15443" b="6430"/>
          <a:stretch/>
        </p:blipFill>
        <p:spPr>
          <a:xfrm>
            <a:off x="781664" y="539819"/>
            <a:ext cx="10294375" cy="577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98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27E535-E532-4F6E-CD5C-75215407C5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95" t="24290" r="15443" b="6675"/>
          <a:stretch/>
        </p:blipFill>
        <p:spPr>
          <a:xfrm>
            <a:off x="737419" y="566655"/>
            <a:ext cx="10279626" cy="568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92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</Words>
  <Application>Microsoft Office PowerPoint</Application>
  <PresentationFormat>Widescreen</PresentationFormat>
  <Paragraphs>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STIEPAN</dc:creator>
  <cp:lastModifiedBy>STIEPAN</cp:lastModifiedBy>
  <cp:revision>1</cp:revision>
  <dcterms:created xsi:type="dcterms:W3CDTF">2024-11-07T09:03:41Z</dcterms:created>
  <dcterms:modified xsi:type="dcterms:W3CDTF">2024-11-07T09:22:06Z</dcterms:modified>
</cp:coreProperties>
</file>